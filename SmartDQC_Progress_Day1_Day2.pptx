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qman Zulkefli" userId="a4995db9-68fd-475e-89fa-d9ed52043742" providerId="ADAL" clId="{E7BDDC8E-4F67-4EB5-BB21-9C4E2AFF1F98}"/>
    <pc:docChg chg="modSld">
      <pc:chgData name="Luqman Zulkefli" userId="a4995db9-68fd-475e-89fa-d9ed52043742" providerId="ADAL" clId="{E7BDDC8E-4F67-4EB5-BB21-9C4E2AFF1F98}" dt="2026-05-12T14:41:43.163" v="1" actId="1038"/>
      <pc:docMkLst>
        <pc:docMk/>
      </pc:docMkLst>
      <pc:sldChg chg="modSp mod">
        <pc:chgData name="Luqman Zulkefli" userId="a4995db9-68fd-475e-89fa-d9ed52043742" providerId="ADAL" clId="{E7BDDC8E-4F67-4EB5-BB21-9C4E2AFF1F98}" dt="2026-05-12T14:41:43.163" v="1" actId="1038"/>
        <pc:sldMkLst>
          <pc:docMk/>
          <pc:sldMk cId="0" sldId="256"/>
        </pc:sldMkLst>
        <pc:spChg chg="mod">
          <ac:chgData name="Luqman Zulkefli" userId="a4995db9-68fd-475e-89fa-d9ed52043742" providerId="ADAL" clId="{E7BDDC8E-4F67-4EB5-BB21-9C4E2AFF1F98}" dt="2026-05-12T14:41:43.163" v="1" actId="103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68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9820" y="-136538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AFCE">
              <a:alpha val="8000"/>
            </a:srgbClr>
          </a:solidFill>
          <a:ln w="12700">
            <a:solidFill>
              <a:srgbClr val="0DAFC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AFCE"/>
                </a:solidFill>
              </a:rPr>
              <a:t>SmartDQC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Development Progress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8D8"/>
                </a:solidFill>
              </a:rPr>
              <a:t>Day 1 &amp; Day 2 Summary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200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C2"/>
                </a:solidFill>
              </a:rPr>
              <a:t>KKM Smart Data Quality Check &amp; Cleaning Tool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EA0"/>
                </a:solidFill>
              </a:rPr>
              <a:t>Fully Dockerised  ·  On-Premise  ·  Bilingual AI (BM + 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 Telecommunication Sdn Bhd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What is SmartDQC?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data quality and cleaning platform built for KKM — runs entirely on a laptop, no internet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36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10 Data 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002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Handles MyVASS, NCDC, KPM, KKM and more — each with source-specific cleaning rules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3218688" y="15087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355848" y="16367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67328" y="1636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Fully Private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002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Runs on-premise on client's laptop (RTX 5060). No data leaves the building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15087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5980176" y="1508760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117336" y="16367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8816" y="1636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One-Command 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17336" y="200253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Docker image on Docker Hub — client runs docker compose up and it's ready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24328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94360" y="2752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1181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Built-in small language model (Gemma 3 4B) for bilingual insights and Q&amp;A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2624328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3218688" y="2624328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3355848" y="2752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67328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Bilingual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31181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outputs in Bahasa Malaysia and English — from the data all the way to the AI narrative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0176" y="2624328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5980176" y="2624328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6117336" y="2752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28816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Full Analytics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17336" y="31181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Cleaning, quality scoring, z-scores, indicators, charts, and export in one tool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AFCE"/>
                </a:solidFill>
              </a:rPr>
              <a:t>DAY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Building the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Foundation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AFC2"/>
                </a:solidFill>
              </a:rPr>
              <a:t>Goal: New repo running, backend migrated, Docker stack live,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AFC2"/>
                </a:solidFill>
              </a:rPr>
              <a:t>persistence layer ready, existing features intact.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9202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AFCE"/>
                </a:solidFill>
              </a:rPr>
              <a:t>25+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API Endpoints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Migrated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2971800"/>
            <a:ext cx="19202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65176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AFCE"/>
                </a:solidFill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Data 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Modules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19202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75488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AFCE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DB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0" y="2971800"/>
            <a:ext cx="192024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85800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AFCE"/>
                </a:solidFill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Docker Image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8C8D8"/>
                </a:solidFill>
              </a:rPr>
              <a:t>Published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C"/>
                </a:solidFill>
              </a:rPr>
              <a:t>What Was Built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594360" y="1225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Backend Migration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91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All 21 Python modules moved from the old data-cleaning-tool into the new SmartDQC repo and restructured into clean namespaces (eda/, cleaning/, export/, db/, utils/)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10972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4727448" y="109728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864608" y="122529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12252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Source-Specific Cleaners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591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 dedicated modules: ncdc.py (WIDE→LONG reshape), kpm.py (school-age only), myvass.py (Bahagian derivation, IC gender fallback), kkm.py (7yo BMI thresholds, 2024 date-forcing)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594360" y="2295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2951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DuckDB 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 tables auto-created on startup: datasets, sessions, analysis_results. Chosen over PostgreSQL (too heavy) and SQLite (not analytical-first)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27448" y="216712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4727448" y="2167128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4864608" y="2295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088" y="22951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Docker Stack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 containers: api + ollama + ollama-init. Model auto-pulled on first run. WHO z-score Excel files baked into image — client never needs to manage them manually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3697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594360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364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Published to Docker 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Image luqmanzulkefli/smartdqc-api:latest pushed. Client only needs docker-compose.yml to run the full app. Source code never exposed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27448" y="323697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4727448" y="3236976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4864608" y="33649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76088" y="3364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All Features Verified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Smoke test passed: /health, /schema, DB tables confirmed. All 25+ existing endpoints responding correctly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AFCE"/>
                </a:solidFill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Adding Artificial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Intelligence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AFC2"/>
                </a:solidFill>
              </a:rPr>
              <a:t>Goal: LLM wired into the pipeline, bilingual BM/English output,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AFC2"/>
                </a:solidFill>
              </a:rPr>
              <a:t>NLQ working end-to-end.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56032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56032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#9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 Insight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2926080"/>
            <a:ext cx="256032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256032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#10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Recommendations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926080"/>
            <a:ext cx="256032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56032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#13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3375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Natural Language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Querying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2 · FEATURES #9 + #10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AI Narrative: Insights &amp; Recommendations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After every data analysis, SmartDQC automatically generates a structured report in Bahasa Malaysia and English.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Which children, districts, or states are most affected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01952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1901952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901952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75104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Key findings — stunting rates, quality scores, outlier counts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46704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3346704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346704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19856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Time period of the data and any trends observed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91456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791456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791456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WHERE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64608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Geographic breakdown by negeri and daerah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36208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6236208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236208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WHY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Root causes inferred from the data patterns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680960" y="1417320"/>
            <a:ext cx="13533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7680960" y="1417320"/>
            <a:ext cx="135331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7680960" y="141732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HOW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54112" y="1847088"/>
            <a:ext cx="1207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Methodology — WHO standards, indicators used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907792"/>
            <a:ext cx="384048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45720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AFCE"/>
                </a:solidFill>
              </a:rPr>
              <a:t>Call 1 — Insights (Feature #9)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Executive summary · 5W1H · Explainability flags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61688" y="30906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846320" y="2907792"/>
            <a:ext cx="384048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484632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AFCE"/>
                </a:solidFill>
              </a:rPr>
              <a:t>Call 2 — Recommendations (Feature #10)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D8"/>
                </a:solidFill>
              </a:rPr>
              <a:t>High / Medium / Low priority · Reasoning included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Two focused LLM calls — better quality than one large call for small models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DAY 2 · FEATURE #13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5C"/>
                </a:solidFill>
              </a:rPr>
              <a:t>Natural Language Querying (NLQ)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Ask questions about the data in plain BM or English — SmartDQC answers automatically.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types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AFCE"/>
                </a:solidFill>
              </a:rPr>
              <a:t>(BM or English)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1920240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generates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EEF5"/>
                </a:solidFill>
              </a:rPr>
              <a:t>to query the data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2024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sandbox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executes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AFCE"/>
                </a:solidFill>
              </a:rPr>
              <a:t>No file access allowed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20240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writes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plain answer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EEF5"/>
                </a:solidFill>
              </a:rPr>
              <a:t>in BM + English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Sample Questions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38404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" y="3520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Berapa peratus kanak-kanak yang kekurangan zat makanan?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4048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4800600" y="3520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9512" y="3520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Which district has the highest stunting rate?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38404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457200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112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Senaraikan 5 daerah teratas dengan kadar WAZ terendah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931920"/>
            <a:ext cx="384048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4800600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39512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How many records have missing IC numbers?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C"/>
                </a:solidFill>
              </a:rPr>
              <a:t>How It All Fits Together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(Day 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0" cy="475488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React · KKM Branding · Light/Dark Mode · Chatbot · Dataset Library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938528"/>
            <a:ext cx="0" cy="475488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25+ Endpoints · EDA Pipeline · Cleaning Pipeline · AI Module (backend/ai/)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Layer (Day 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688336"/>
            <a:ext cx="0" cy="475488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246120" y="259689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ollama_client.py · narrative.py · nlq.py · sandbox.py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2C5F7E"/>
          </a:solidFill>
          <a:ln w="12700">
            <a:solidFill>
              <a:srgbClr val="2C5F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94360" y="33467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Ollama + Gemma 3 4B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438144"/>
            <a:ext cx="0" cy="475488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3246120" y="334670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Runs on GPU · Auto-pulled on first start · Swap model via env var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C8D8"/>
                </a:solidFill>
              </a:rPr>
              <a:t>DuckDB Persistence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4187952"/>
            <a:ext cx="0" cy="475488"/>
          </a:xfrm>
          <a:prstGeom prst="line">
            <a:avLst/>
          </a:prstGeom>
          <a:noFill/>
          <a:ln w="12700">
            <a:solidFill>
              <a:srgbClr val="A8C8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3246120" y="409651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D8"/>
                </a:solidFill>
              </a:rPr>
              <a:t>datasets · sessions · analysis_results — single portable .duckdb 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C"/>
                </a:solidFill>
              </a:rPr>
              <a:t>What's Next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77724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1078992"/>
            <a:ext cx="7360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1325880" y="1078992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481328" y="11338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Data Correction +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81328" y="14630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ML-based correction suggestions on top of existing outlier detection    ·    One-click PDF/PPTX report export (reuses Day 2 AI narratives — no new LLM calls)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77724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57200" y="203911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25880" y="2039112"/>
            <a:ext cx="7360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1325880" y="2039112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1481328" y="209397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Risk Scoring + KPI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24231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Predictive risk scoring per child and per district    ·    Traffic-light dashboard vs national KPIs and WHO benchmarks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7772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5880" y="2999232"/>
            <a:ext cx="7360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1325880" y="2999232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1481328" y="305409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Entity Matching + Schema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338328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Cross-dataset entity resolution using IC/NRIC matching    ·    AI-powered column mapping for unknown and drifted schemas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7772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457200" y="395935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25880" y="3959352"/>
            <a:ext cx="7360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1325880" y="3959352"/>
            <a:ext cx="54864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1481328" y="401421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Full UI + Final 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81328" y="43434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React frontend: KKM branding, dark/light mode, chatbot wired to NLQ    ·    End-to-end test on SE's laptop — full user journey verified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AFCE"/>
                </a:solidFill>
              </a:rPr>
              <a:t>SmartDQC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Day 1 ✓  Day 2 ✓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</a:rPr>
              <a:t>Backend migrated — all 25+ endpoints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</a:rPr>
              <a:t>Docker image published to Docker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</a:rPr>
              <a:t>AI narrative live — bilingual 5W1H +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</a:rPr>
              <a:t>NLQ endpoint live — BM/English questions answered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D8"/>
                </a:solidFill>
              </a:rPr>
              <a:t>Gemma 3 4B confirmed on target GPU 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 Telecommunication Sdn Bhd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SmartDQC — Development Progress</dc:title>
  <dc:subject>PptxGenJS Presentation</dc:subject>
  <dc:creator>PptxGenJS</dc:creator>
  <cp:lastModifiedBy>Luqman Zulkefli</cp:lastModifiedBy>
  <cp:revision>1</cp:revision>
  <dcterms:created xsi:type="dcterms:W3CDTF">2026-05-12T14:41:21Z</dcterms:created>
  <dcterms:modified xsi:type="dcterms:W3CDTF">2026-05-12T14:41:52Z</dcterms:modified>
</cp:coreProperties>
</file>